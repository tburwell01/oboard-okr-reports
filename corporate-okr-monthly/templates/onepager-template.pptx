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Objectives and Key Results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74320" y="694944"/>
            <a:ext cx="2810256" cy="4206240"/>
          </a:xfrm>
          <a:prstGeom prst="rect">
            <a:avLst/>
          </a:prstGeom>
          <a:solidFill>
            <a:srgbClr val="0D2548"/>
          </a:solidFill>
          <a:ln w="12700">
            <a:solidFill>
              <a:srgbClr val="0D25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94944"/>
            <a:ext cx="2810256" cy="365760"/>
          </a:xfrm>
          <a:prstGeom prst="rect">
            <a:avLst/>
          </a:prstGeom>
          <a:solidFill>
            <a:srgbClr val="091B38"/>
          </a:solidFill>
          <a:ln w="12700">
            <a:solidFill>
              <a:srgbClr val="091B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33272"/>
            <a:ext cx="2810256" cy="274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" y="1120140"/>
            <a:ext cx="2682240" cy="1828800"/>
          </a:xfrm>
          <a:prstGeom prst="rect">
            <a:avLst/>
          </a:prstGeom>
          <a:solidFill>
            <a:srgbClr val="122D56"/>
          </a:solidFill>
          <a:ln w="12700">
            <a:solidFill>
              <a:srgbClr val="122D5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624" y="1650492"/>
            <a:ext cx="768096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9304" y="1202436"/>
            <a:ext cx="1667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Sophos via AI: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89304" y="1741932"/>
            <a:ext cx="1667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AI-first capabilities across products and internal tooling to drive differentiation, efficiency, and competitive advantage.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289304" y="2738628"/>
            <a:ext cx="1667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SOP-523  ·  6 KRs  ·  Tony Young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8328" y="3012948"/>
            <a:ext cx="2682240" cy="1828800"/>
          </a:xfrm>
          <a:prstGeom prst="rect">
            <a:avLst/>
          </a:prstGeom>
          <a:solidFill>
            <a:srgbClr val="122D56"/>
          </a:solidFill>
          <a:ln w="12700">
            <a:solidFill>
              <a:srgbClr val="122D5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" y="3543300"/>
            <a:ext cx="768096" cy="7680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9304" y="3095244"/>
            <a:ext cx="1667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Vendor of Choice for the Channel: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289304" y="3634740"/>
            <a:ext cx="1667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 the preferred partner for MSPs and resellers through superior enablement, stronger margins, and expanded market coverage.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289304" y="4631436"/>
            <a:ext cx="1667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SOP-614  ·  3 KRs  ·  Thomas Driggers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166872" y="694944"/>
            <a:ext cx="2810256" cy="4206240"/>
          </a:xfrm>
          <a:prstGeom prst="rect">
            <a:avLst/>
          </a:prstGeom>
          <a:solidFill>
            <a:srgbClr val="0D2548"/>
          </a:solidFill>
          <a:ln w="12700">
            <a:solidFill>
              <a:srgbClr val="0D25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66872" y="694944"/>
            <a:ext cx="2810256" cy="365760"/>
          </a:xfrm>
          <a:prstGeom prst="rect">
            <a:avLst/>
          </a:prstGeom>
          <a:solidFill>
            <a:srgbClr val="091B38"/>
          </a:solidFill>
          <a:ln w="12700">
            <a:solidFill>
              <a:srgbClr val="091B3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66872" y="1033272"/>
            <a:ext cx="2810256" cy="27432"/>
          </a:xfrm>
          <a:prstGeom prst="rect">
            <a:avLst/>
          </a:prstGeom>
          <a:solidFill>
            <a:srgbClr val="B529F7"/>
          </a:solidFill>
          <a:ln w="12700">
            <a:solidFill>
              <a:srgbClr val="B529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66872" y="69494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230880" y="1120140"/>
            <a:ext cx="2682240" cy="1828800"/>
          </a:xfrm>
          <a:prstGeom prst="rect">
            <a:avLst/>
          </a:prstGeom>
          <a:solidFill>
            <a:srgbClr val="122D56"/>
          </a:solidFill>
          <a:ln w="12700">
            <a:solidFill>
              <a:srgbClr val="122D5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3176" y="165049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81856" y="1202436"/>
            <a:ext cx="1667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29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Strong, Profitable Growth in FY27: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181856" y="1741932"/>
            <a:ext cx="1667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or exceed ARR targets, protect margin, and strengthen position in key markets through disciplined execution.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181856" y="2738628"/>
            <a:ext cx="1667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SOP-506  ·  8 KRs  ·  Torjus Gylstorff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230880" y="3012948"/>
            <a:ext cx="2682240" cy="1828800"/>
          </a:xfrm>
          <a:prstGeom prst="rect">
            <a:avLst/>
          </a:prstGeom>
          <a:solidFill>
            <a:srgbClr val="122D56"/>
          </a:solidFill>
          <a:ln w="12700">
            <a:solidFill>
              <a:srgbClr val="122D5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3176" y="3543300"/>
            <a:ext cx="768096" cy="7680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181856" y="3095244"/>
            <a:ext cx="1667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29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Streamline the GTM Operating System to Enable Revenue Growth: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181856" y="3634740"/>
            <a:ext cx="1667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 org structures, processes, and tools to scale the business and enable revenue growth across all routes to market.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181856" y="4631436"/>
            <a:ext cx="1667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SOP-528  ·  4 KRs  ·  Tony Young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059424" y="694944"/>
            <a:ext cx="2810256" cy="4206240"/>
          </a:xfrm>
          <a:prstGeom prst="rect">
            <a:avLst/>
          </a:prstGeom>
          <a:solidFill>
            <a:srgbClr val="0D2548"/>
          </a:solidFill>
          <a:ln w="12700">
            <a:solidFill>
              <a:srgbClr val="0D254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059424" y="694944"/>
            <a:ext cx="2810256" cy="365760"/>
          </a:xfrm>
          <a:prstGeom prst="rect">
            <a:avLst/>
          </a:prstGeom>
          <a:solidFill>
            <a:srgbClr val="091B38"/>
          </a:solidFill>
          <a:ln w="12700">
            <a:solidFill>
              <a:srgbClr val="091B3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59424" y="1033272"/>
            <a:ext cx="2810256" cy="27432"/>
          </a:xfrm>
          <a:prstGeom prst="rect">
            <a:avLst/>
          </a:prstGeom>
          <a:solidFill>
            <a:srgbClr val="3B8EF7"/>
          </a:solidFill>
          <a:ln w="12700">
            <a:solidFill>
              <a:srgbClr val="3B8EF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59424" y="694944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6123432" y="1120140"/>
            <a:ext cx="2682240" cy="3721608"/>
          </a:xfrm>
          <a:prstGeom prst="rect">
            <a:avLst/>
          </a:prstGeom>
          <a:solidFill>
            <a:srgbClr val="122D56"/>
          </a:solidFill>
          <a:ln w="12700">
            <a:solidFill>
              <a:srgbClr val="122D5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5728" y="2487168"/>
            <a:ext cx="987552" cy="9875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93864" y="1257300"/>
            <a:ext cx="144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8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Full Secureworks Integration &amp; Convergence: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293864" y="2080260"/>
            <a:ext cx="1447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all teams, processes, applications, solutions, and roadmaps to deliver on our combined vision and accelerate product synergies across the full portfolio.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293864" y="4567428"/>
            <a:ext cx="144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SOP-513  ·  4 Key Results  ·  Tony Young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274320" y="49514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  Sophos Confidential  |  FY27 Monthly Update  ·  June 2026  ·  Source: Oboard</a:t>
            </a:r>
            <a:endParaRPr lang="en-US" sz="7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6912" y="4942332"/>
            <a:ext cx="1572768" cy="1497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Sophos Corporate OKRs FY27</dc:title>
  <dc:subject>PptxGenJS Presentation</dc:subject>
  <dc:creator>Sophos Strategy Office</dc:creator>
  <cp:lastModifiedBy>Sophos Strategy Office</cp:lastModifiedBy>
  <cp:revision>1</cp:revision>
  <dcterms:created xsi:type="dcterms:W3CDTF">2026-06-09T13:54:09Z</dcterms:created>
  <dcterms:modified xsi:type="dcterms:W3CDTF">2026-06-09T13:54:09Z</dcterms:modified>
</cp:coreProperties>
</file>